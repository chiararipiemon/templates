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30276800" cy="42799000"/>
  <p:notesSz cx="6858000" cy="9144000"/>
  <p:embeddedFontLst>
    <p:embeddedFont>
      <p:font typeface="Arimo Bold" charset="1" panose="020B0704020202020204"/>
      <p:regular r:id="rId10"/>
    </p:embeddedFont>
    <p:embeddedFont>
      <p:font typeface="Arimo" charset="1" panose="020B06040202020202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jpeg" Type="http://schemas.openxmlformats.org/officeDocument/2006/relationships/image"/><Relationship Id="rId12" Target="../media/image10.png" Type="http://schemas.openxmlformats.org/officeDocument/2006/relationships/image"/><Relationship Id="rId13" Target="../media/image11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69928" y="28436347"/>
            <a:ext cx="14050618" cy="14036209"/>
          </a:xfrm>
          <a:custGeom>
            <a:avLst/>
            <a:gdLst/>
            <a:ahLst/>
            <a:cxnLst/>
            <a:rect r="r" b="b" t="t" l="l"/>
            <a:pathLst>
              <a:path h="14036209" w="14050618">
                <a:moveTo>
                  <a:pt x="0" y="0"/>
                </a:moveTo>
                <a:lnTo>
                  <a:pt x="14050618" y="0"/>
                </a:lnTo>
                <a:lnTo>
                  <a:pt x="14050618" y="14036209"/>
                </a:lnTo>
                <a:lnTo>
                  <a:pt x="0" y="14036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653699" y="29207876"/>
            <a:ext cx="13776981" cy="13080702"/>
            <a:chOff x="0" y="0"/>
            <a:chExt cx="12992926" cy="123362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992989" cy="12336272"/>
            </a:xfrm>
            <a:custGeom>
              <a:avLst/>
              <a:gdLst/>
              <a:ahLst/>
              <a:cxnLst/>
              <a:rect r="r" b="b" t="t" l="l"/>
              <a:pathLst>
                <a:path h="12336272" w="12992989">
                  <a:moveTo>
                    <a:pt x="0" y="0"/>
                  </a:moveTo>
                  <a:lnTo>
                    <a:pt x="12992989" y="0"/>
                  </a:lnTo>
                  <a:lnTo>
                    <a:pt x="12992989" y="12336272"/>
                  </a:lnTo>
                  <a:lnTo>
                    <a:pt x="0" y="12336272"/>
                  </a:ln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93021F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5455851" y="28151668"/>
            <a:ext cx="14192971" cy="1219037"/>
            <a:chOff x="0" y="0"/>
            <a:chExt cx="13385241" cy="11496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85293" cy="1149647"/>
            </a:xfrm>
            <a:custGeom>
              <a:avLst/>
              <a:gdLst/>
              <a:ahLst/>
              <a:cxnLst/>
              <a:rect r="r" b="b" t="t" l="l"/>
              <a:pathLst>
                <a:path h="1149647" w="13385293">
                  <a:moveTo>
                    <a:pt x="0" y="191608"/>
                  </a:moveTo>
                  <a:cubicBezTo>
                    <a:pt x="0" y="85741"/>
                    <a:pt x="81153" y="0"/>
                    <a:pt x="181356" y="0"/>
                  </a:cubicBezTo>
                  <a:lnTo>
                    <a:pt x="13203937" y="0"/>
                  </a:lnTo>
                  <a:cubicBezTo>
                    <a:pt x="13304140" y="0"/>
                    <a:pt x="13385293" y="85741"/>
                    <a:pt x="13385293" y="191608"/>
                  </a:cubicBezTo>
                  <a:lnTo>
                    <a:pt x="13385293" y="958040"/>
                  </a:lnTo>
                  <a:cubicBezTo>
                    <a:pt x="13385293" y="1063907"/>
                    <a:pt x="13304140" y="1149647"/>
                    <a:pt x="13203937" y="1149647"/>
                  </a:cubicBezTo>
                  <a:lnTo>
                    <a:pt x="181356" y="1149647"/>
                  </a:lnTo>
                  <a:cubicBezTo>
                    <a:pt x="81153" y="1149647"/>
                    <a:pt x="0" y="1063907"/>
                    <a:pt x="0" y="958040"/>
                  </a:cubicBezTo>
                  <a:close/>
                </a:path>
              </a:pathLst>
            </a:custGeom>
            <a:solidFill>
              <a:srgbClr val="93021F"/>
            </a:solidFill>
            <a:ln w="76200" cap="sq">
              <a:solidFill>
                <a:srgbClr val="93021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385241" cy="1178236"/>
            </a:xfrm>
            <a:prstGeom prst="rect">
              <a:avLst/>
            </a:prstGeom>
          </p:spPr>
          <p:txBody>
            <a:bodyPr anchor="ctr" rtlCol="false" tIns="71821" lIns="71821" bIns="71821" rIns="71821"/>
            <a:lstStyle/>
            <a:p>
              <a:pPr algn="l">
                <a:lnSpc>
                  <a:spcPts val="5640"/>
                </a:lnSpc>
              </a:pPr>
              <a:r>
                <a:rPr lang="en-US" sz="47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Results and discussion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11131" y="199060"/>
            <a:ext cx="29454177" cy="5011325"/>
            <a:chOff x="0" y="0"/>
            <a:chExt cx="27777923" cy="47261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777821" cy="4726051"/>
            </a:xfrm>
            <a:custGeom>
              <a:avLst/>
              <a:gdLst/>
              <a:ahLst/>
              <a:cxnLst/>
              <a:rect r="r" b="b" t="t" l="l"/>
              <a:pathLst>
                <a:path h="4726051" w="27777821">
                  <a:moveTo>
                    <a:pt x="0" y="787654"/>
                  </a:moveTo>
                  <a:cubicBezTo>
                    <a:pt x="0" y="352679"/>
                    <a:pt x="352679" y="0"/>
                    <a:pt x="787654" y="0"/>
                  </a:cubicBezTo>
                  <a:lnTo>
                    <a:pt x="26990167" y="0"/>
                  </a:lnTo>
                  <a:cubicBezTo>
                    <a:pt x="27425142" y="0"/>
                    <a:pt x="27777821" y="352679"/>
                    <a:pt x="27777821" y="787654"/>
                  </a:cubicBezTo>
                  <a:lnTo>
                    <a:pt x="27777821" y="3938397"/>
                  </a:lnTo>
                  <a:cubicBezTo>
                    <a:pt x="27777821" y="4373372"/>
                    <a:pt x="27425142" y="4726051"/>
                    <a:pt x="26990167" y="4726051"/>
                  </a:cubicBezTo>
                  <a:lnTo>
                    <a:pt x="787654" y="4726051"/>
                  </a:lnTo>
                  <a:cubicBezTo>
                    <a:pt x="352679" y="4726178"/>
                    <a:pt x="0" y="4373499"/>
                    <a:pt x="0" y="3938397"/>
                  </a:cubicBezTo>
                  <a:close/>
                </a:path>
              </a:pathLst>
            </a:custGeom>
            <a:solidFill>
              <a:srgbClr val="93021F"/>
            </a:solidFill>
            <a:ln w="76200" cap="sq">
              <a:solidFill>
                <a:srgbClr val="93021F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7971547" y="1009818"/>
            <a:ext cx="15045609" cy="277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F8F9FA"/>
                </a:solidFill>
                <a:latin typeface="Arimo Bold"/>
                <a:ea typeface="Arimo Bold"/>
                <a:cs typeface="Arimo Bold"/>
                <a:sym typeface="Arimo Bold"/>
              </a:rPr>
              <a:t>Lorem ipsum dolor sit amet, consectetur adipiscing elit, sed do eiusmod tempor incididunt ut labore et dolore magna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05009" y="4122171"/>
            <a:ext cx="14378657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Autori:Lorem ipsum dolor sit </a:t>
            </a:r>
            <a:r>
              <a:rPr lang="en-US" sz="4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amet, consectetur adipiscing elit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879196" y="3218020"/>
            <a:ext cx="2361787" cy="1014315"/>
            <a:chOff x="0" y="0"/>
            <a:chExt cx="2227377" cy="9565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27326" cy="956564"/>
            </a:xfrm>
            <a:custGeom>
              <a:avLst/>
              <a:gdLst/>
              <a:ahLst/>
              <a:cxnLst/>
              <a:rect r="r" b="b" t="t" l="l"/>
              <a:pathLst>
                <a:path h="956564" w="2227326">
                  <a:moveTo>
                    <a:pt x="0" y="0"/>
                  </a:moveTo>
                  <a:lnTo>
                    <a:pt x="2227326" y="0"/>
                  </a:lnTo>
                  <a:lnTo>
                    <a:pt x="2227326" y="956564"/>
                  </a:lnTo>
                  <a:lnTo>
                    <a:pt x="0" y="956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90000"/>
              </a:blip>
              <a:stretch>
                <a:fillRect l="0" t="0" r="-2" b="-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-6">
            <a:off x="1375944" y="867504"/>
            <a:ext cx="5368278" cy="1987099"/>
            <a:chOff x="0" y="0"/>
            <a:chExt cx="5062766" cy="18740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62728" cy="1874012"/>
            </a:xfrm>
            <a:custGeom>
              <a:avLst/>
              <a:gdLst/>
              <a:ahLst/>
              <a:cxnLst/>
              <a:rect r="r" b="b" t="t" l="l"/>
              <a:pathLst>
                <a:path h="1874012" w="5062728">
                  <a:moveTo>
                    <a:pt x="0" y="0"/>
                  </a:moveTo>
                  <a:lnTo>
                    <a:pt x="5062728" y="0"/>
                  </a:lnTo>
                  <a:lnTo>
                    <a:pt x="5062728" y="1874012"/>
                  </a:lnTo>
                  <a:lnTo>
                    <a:pt x="0" y="1874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02875" y="6896119"/>
            <a:ext cx="13620839" cy="9881252"/>
            <a:chOff x="0" y="0"/>
            <a:chExt cx="12845669" cy="93189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45669" cy="9318879"/>
            </a:xfrm>
            <a:custGeom>
              <a:avLst/>
              <a:gdLst/>
              <a:ahLst/>
              <a:cxnLst/>
              <a:rect r="r" b="b" t="t" l="l"/>
              <a:pathLst>
                <a:path h="9318879" w="12845669">
                  <a:moveTo>
                    <a:pt x="0" y="0"/>
                  </a:moveTo>
                  <a:lnTo>
                    <a:pt x="12845669" y="0"/>
                  </a:lnTo>
                  <a:lnTo>
                    <a:pt x="12845669" y="9318879"/>
                  </a:lnTo>
                  <a:lnTo>
                    <a:pt x="0" y="9318879"/>
                  </a:lnTo>
                  <a:close/>
                </a:path>
              </a:pathLst>
            </a:custGeom>
            <a:solidFill>
              <a:srgbClr val="88888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20620" y="5918299"/>
            <a:ext cx="14116873" cy="977821"/>
            <a:chOff x="0" y="0"/>
            <a:chExt cx="13313474" cy="9221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313409" cy="922147"/>
            </a:xfrm>
            <a:custGeom>
              <a:avLst/>
              <a:gdLst/>
              <a:ahLst/>
              <a:cxnLst/>
              <a:rect r="r" b="b" t="t" l="l"/>
              <a:pathLst>
                <a:path h="922147" w="13313409">
                  <a:moveTo>
                    <a:pt x="0" y="153670"/>
                  </a:moveTo>
                  <a:cubicBezTo>
                    <a:pt x="0" y="68834"/>
                    <a:pt x="68834" y="0"/>
                    <a:pt x="153670" y="0"/>
                  </a:cubicBezTo>
                  <a:lnTo>
                    <a:pt x="13159739" y="0"/>
                  </a:lnTo>
                  <a:cubicBezTo>
                    <a:pt x="13244576" y="0"/>
                    <a:pt x="13313409" y="68834"/>
                    <a:pt x="13313409" y="153670"/>
                  </a:cubicBezTo>
                  <a:lnTo>
                    <a:pt x="13313409" y="768477"/>
                  </a:lnTo>
                  <a:cubicBezTo>
                    <a:pt x="13313409" y="853313"/>
                    <a:pt x="13244576" y="922147"/>
                    <a:pt x="13159739" y="922147"/>
                  </a:cubicBezTo>
                  <a:lnTo>
                    <a:pt x="153670" y="922147"/>
                  </a:lnTo>
                  <a:cubicBezTo>
                    <a:pt x="68834" y="922147"/>
                    <a:pt x="0" y="853313"/>
                    <a:pt x="0" y="768477"/>
                  </a:cubicBezTo>
                  <a:close/>
                </a:path>
              </a:pathLst>
            </a:custGeom>
            <a:solidFill>
              <a:srgbClr val="88888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3313474" cy="941222"/>
            </a:xfrm>
            <a:prstGeom prst="rect">
              <a:avLst/>
            </a:prstGeom>
          </p:spPr>
          <p:txBody>
            <a:bodyPr anchor="ctr" rtlCol="false" tIns="71821" lIns="71821" bIns="71821" rIns="71821"/>
            <a:lstStyle/>
            <a:p>
              <a:pPr algn="l">
                <a:lnSpc>
                  <a:spcPts val="5128"/>
                </a:lnSpc>
              </a:pPr>
              <a:r>
                <a:rPr lang="en-US" sz="4274" b="true">
                  <a:solidFill>
                    <a:srgbClr val="D2FF4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What’s happening here?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8876" y="6686852"/>
            <a:ext cx="13776981" cy="9910575"/>
            <a:chOff x="0" y="0"/>
            <a:chExt cx="12992926" cy="934655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992989" cy="9346559"/>
            </a:xfrm>
            <a:custGeom>
              <a:avLst/>
              <a:gdLst/>
              <a:ahLst/>
              <a:cxnLst/>
              <a:rect r="r" b="b" t="t" l="l"/>
              <a:pathLst>
                <a:path h="9346559" w="12992989">
                  <a:moveTo>
                    <a:pt x="0" y="0"/>
                  </a:moveTo>
                  <a:lnTo>
                    <a:pt x="12992989" y="0"/>
                  </a:lnTo>
                  <a:lnTo>
                    <a:pt x="12992989" y="9346559"/>
                  </a:lnTo>
                  <a:lnTo>
                    <a:pt x="0" y="9346559"/>
                  </a:ln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93021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2992926" cy="9365609"/>
            </a:xfrm>
            <a:prstGeom prst="rect">
              <a:avLst/>
            </a:prstGeom>
          </p:spPr>
          <p:txBody>
            <a:bodyPr anchor="t" rtlCol="false" tIns="71821" lIns="71821" bIns="71821" rIns="71821"/>
            <a:lstStyle/>
            <a:p>
              <a:pPr algn="just">
                <a:lnSpc>
                  <a:spcPts val="4273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72165" y="5609138"/>
            <a:ext cx="14192971" cy="1219037"/>
            <a:chOff x="0" y="0"/>
            <a:chExt cx="13385241" cy="114966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385293" cy="1149647"/>
            </a:xfrm>
            <a:custGeom>
              <a:avLst/>
              <a:gdLst/>
              <a:ahLst/>
              <a:cxnLst/>
              <a:rect r="r" b="b" t="t" l="l"/>
              <a:pathLst>
                <a:path h="1149647" w="13385293">
                  <a:moveTo>
                    <a:pt x="0" y="191608"/>
                  </a:moveTo>
                  <a:cubicBezTo>
                    <a:pt x="0" y="85741"/>
                    <a:pt x="81153" y="0"/>
                    <a:pt x="181356" y="0"/>
                  </a:cubicBezTo>
                  <a:lnTo>
                    <a:pt x="13203937" y="0"/>
                  </a:lnTo>
                  <a:cubicBezTo>
                    <a:pt x="13304140" y="0"/>
                    <a:pt x="13385293" y="85741"/>
                    <a:pt x="13385293" y="191608"/>
                  </a:cubicBezTo>
                  <a:lnTo>
                    <a:pt x="13385293" y="958040"/>
                  </a:lnTo>
                  <a:cubicBezTo>
                    <a:pt x="13385293" y="1063907"/>
                    <a:pt x="13304140" y="1149647"/>
                    <a:pt x="13203937" y="1149647"/>
                  </a:cubicBezTo>
                  <a:lnTo>
                    <a:pt x="181356" y="1149647"/>
                  </a:lnTo>
                  <a:cubicBezTo>
                    <a:pt x="81153" y="1149647"/>
                    <a:pt x="0" y="1063907"/>
                    <a:pt x="0" y="958040"/>
                  </a:cubicBezTo>
                  <a:close/>
                </a:path>
              </a:pathLst>
            </a:custGeom>
            <a:solidFill>
              <a:srgbClr val="93021F"/>
            </a:solidFill>
            <a:ln w="76200" cap="sq">
              <a:solidFill>
                <a:srgbClr val="93021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13385241" cy="1178236"/>
            </a:xfrm>
            <a:prstGeom prst="rect">
              <a:avLst/>
            </a:prstGeom>
          </p:spPr>
          <p:txBody>
            <a:bodyPr anchor="ctr" rtlCol="false" tIns="71821" lIns="71821" bIns="71821" rIns="71821"/>
            <a:lstStyle/>
            <a:p>
              <a:pPr algn="l">
                <a:lnSpc>
                  <a:spcPts val="5640"/>
                </a:lnSpc>
              </a:pPr>
              <a:r>
                <a:rPr lang="en-US" sz="47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Introduction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11051" y="39402787"/>
            <a:ext cx="9312594" cy="2926750"/>
            <a:chOff x="0" y="0"/>
            <a:chExt cx="8782609" cy="276018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782558" cy="2760086"/>
            </a:xfrm>
            <a:custGeom>
              <a:avLst/>
              <a:gdLst/>
              <a:ahLst/>
              <a:cxnLst/>
              <a:rect r="r" b="b" t="t" l="l"/>
              <a:pathLst>
                <a:path h="2760086" w="8782558">
                  <a:moveTo>
                    <a:pt x="0" y="459993"/>
                  </a:moveTo>
                  <a:cubicBezTo>
                    <a:pt x="0" y="205994"/>
                    <a:pt x="205994" y="0"/>
                    <a:pt x="459994" y="0"/>
                  </a:cubicBezTo>
                  <a:lnTo>
                    <a:pt x="8322564" y="0"/>
                  </a:lnTo>
                  <a:cubicBezTo>
                    <a:pt x="8576690" y="0"/>
                    <a:pt x="8782558" y="205994"/>
                    <a:pt x="8782558" y="459993"/>
                  </a:cubicBezTo>
                  <a:lnTo>
                    <a:pt x="8782558" y="2300093"/>
                  </a:lnTo>
                  <a:cubicBezTo>
                    <a:pt x="8782558" y="2554219"/>
                    <a:pt x="8576564" y="2760086"/>
                    <a:pt x="8322564" y="2760086"/>
                  </a:cubicBezTo>
                  <a:lnTo>
                    <a:pt x="459994" y="2760086"/>
                  </a:lnTo>
                  <a:cubicBezTo>
                    <a:pt x="205994" y="2760213"/>
                    <a:pt x="0" y="2554219"/>
                    <a:pt x="0" y="2300093"/>
                  </a:cubicBezTo>
                  <a:close/>
                </a:path>
              </a:pathLst>
            </a:custGeom>
            <a:solidFill>
              <a:srgbClr val="93021F"/>
            </a:solidFill>
            <a:ln w="76200" cap="sq">
              <a:solidFill>
                <a:srgbClr val="93021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8782609" cy="2779237"/>
            </a:xfrm>
            <a:prstGeom prst="rect">
              <a:avLst/>
            </a:prstGeom>
          </p:spPr>
          <p:txBody>
            <a:bodyPr anchor="ctr" rtlCol="false" tIns="71821" lIns="71821" bIns="71821" rIns="71821"/>
            <a:lstStyle/>
            <a:p>
              <a:pPr algn="ctr">
                <a:lnSpc>
                  <a:spcPts val="4273"/>
                </a:lnSpc>
              </a:pPr>
              <a:r>
                <a:rPr lang="en-US" sz="3561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University of Modena and Reggio Emilia</a:t>
              </a:r>
            </a:p>
            <a:p>
              <a:pPr algn="ctr">
                <a:lnSpc>
                  <a:spcPts val="4273"/>
                </a:lnSpc>
              </a:pPr>
              <a:r>
                <a:rPr lang="en-US" sz="356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Department of Sciences and </a:t>
              </a:r>
            </a:p>
            <a:p>
              <a:pPr algn="ctr">
                <a:lnSpc>
                  <a:spcPts val="4273"/>
                </a:lnSpc>
              </a:pPr>
              <a:r>
                <a:rPr lang="en-US" sz="356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Methods for Engineering</a:t>
              </a:r>
            </a:p>
            <a:p>
              <a:pPr algn="ctr">
                <a:lnSpc>
                  <a:spcPts val="4273"/>
                </a:lnSpc>
              </a:pPr>
              <a:r>
                <a:rPr lang="en-US" sz="356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email</a:t>
              </a:r>
              <a:r>
                <a:rPr lang="en-US" sz="3561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@unimore.it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086174" y="17355685"/>
            <a:ext cx="14050618" cy="21533198"/>
          </a:xfrm>
          <a:custGeom>
            <a:avLst/>
            <a:gdLst/>
            <a:ahLst/>
            <a:cxnLst/>
            <a:rect r="r" b="b" t="t" l="l"/>
            <a:pathLst>
              <a:path h="21533198" w="14050618">
                <a:moveTo>
                  <a:pt x="0" y="0"/>
                </a:moveTo>
                <a:lnTo>
                  <a:pt x="14050618" y="0"/>
                </a:lnTo>
                <a:lnTo>
                  <a:pt x="14050618" y="21533198"/>
                </a:lnTo>
                <a:lnTo>
                  <a:pt x="0" y="215331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958876" y="18148249"/>
            <a:ext cx="13776981" cy="20614791"/>
            <a:chOff x="0" y="0"/>
            <a:chExt cx="12992926" cy="194415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992989" cy="19441540"/>
            </a:xfrm>
            <a:custGeom>
              <a:avLst/>
              <a:gdLst/>
              <a:ahLst/>
              <a:cxnLst/>
              <a:rect r="r" b="b" t="t" l="l"/>
              <a:pathLst>
                <a:path h="19441540" w="12992989">
                  <a:moveTo>
                    <a:pt x="0" y="0"/>
                  </a:moveTo>
                  <a:lnTo>
                    <a:pt x="12992989" y="0"/>
                  </a:lnTo>
                  <a:lnTo>
                    <a:pt x="12992989" y="19441540"/>
                  </a:lnTo>
                  <a:lnTo>
                    <a:pt x="0" y="19441540"/>
                  </a:ln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93021F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772165" y="17070521"/>
            <a:ext cx="14192971" cy="1219037"/>
            <a:chOff x="0" y="0"/>
            <a:chExt cx="13385241" cy="114966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385293" cy="1149647"/>
            </a:xfrm>
            <a:custGeom>
              <a:avLst/>
              <a:gdLst/>
              <a:ahLst/>
              <a:cxnLst/>
              <a:rect r="r" b="b" t="t" l="l"/>
              <a:pathLst>
                <a:path h="1149647" w="13385293">
                  <a:moveTo>
                    <a:pt x="0" y="191608"/>
                  </a:moveTo>
                  <a:cubicBezTo>
                    <a:pt x="0" y="85741"/>
                    <a:pt x="81153" y="0"/>
                    <a:pt x="181356" y="0"/>
                  </a:cubicBezTo>
                  <a:lnTo>
                    <a:pt x="13203937" y="0"/>
                  </a:lnTo>
                  <a:cubicBezTo>
                    <a:pt x="13304140" y="0"/>
                    <a:pt x="13385293" y="85741"/>
                    <a:pt x="13385293" y="191608"/>
                  </a:cubicBezTo>
                  <a:lnTo>
                    <a:pt x="13385293" y="958040"/>
                  </a:lnTo>
                  <a:cubicBezTo>
                    <a:pt x="13385293" y="1063907"/>
                    <a:pt x="13304140" y="1149647"/>
                    <a:pt x="13203937" y="1149647"/>
                  </a:cubicBezTo>
                  <a:lnTo>
                    <a:pt x="181356" y="1149647"/>
                  </a:lnTo>
                  <a:cubicBezTo>
                    <a:pt x="81153" y="1149647"/>
                    <a:pt x="0" y="1063907"/>
                    <a:pt x="0" y="958040"/>
                  </a:cubicBezTo>
                  <a:close/>
                </a:path>
              </a:pathLst>
            </a:custGeom>
            <a:solidFill>
              <a:srgbClr val="93021F"/>
            </a:solidFill>
            <a:ln w="76200" cap="sq">
              <a:solidFill>
                <a:srgbClr val="93021F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3385241" cy="1178236"/>
            </a:xfrm>
            <a:prstGeom prst="rect">
              <a:avLst/>
            </a:prstGeom>
          </p:spPr>
          <p:txBody>
            <a:bodyPr anchor="ctr" rtlCol="false" tIns="71821" lIns="71821" bIns="71821" rIns="71821"/>
            <a:lstStyle/>
            <a:p>
              <a:pPr algn="l">
                <a:lnSpc>
                  <a:spcPts val="5640"/>
                </a:lnSpc>
              </a:pPr>
              <a:r>
                <a:rPr lang="en-US" sz="47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Problem Statement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5769928" y="5893817"/>
            <a:ext cx="14050618" cy="22012965"/>
          </a:xfrm>
          <a:custGeom>
            <a:avLst/>
            <a:gdLst/>
            <a:ahLst/>
            <a:cxnLst/>
            <a:rect r="r" b="b" t="t" l="l"/>
            <a:pathLst>
              <a:path h="22012965" w="14050618">
                <a:moveTo>
                  <a:pt x="0" y="0"/>
                </a:moveTo>
                <a:lnTo>
                  <a:pt x="14050618" y="0"/>
                </a:lnTo>
                <a:lnTo>
                  <a:pt x="14050618" y="22012965"/>
                </a:lnTo>
                <a:lnTo>
                  <a:pt x="0" y="220129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5653699" y="6665333"/>
            <a:ext cx="13776981" cy="21009046"/>
            <a:chOff x="0" y="0"/>
            <a:chExt cx="12992926" cy="1981341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992989" cy="19813397"/>
            </a:xfrm>
            <a:custGeom>
              <a:avLst/>
              <a:gdLst/>
              <a:ahLst/>
              <a:cxnLst/>
              <a:rect r="r" b="b" t="t" l="l"/>
              <a:pathLst>
                <a:path h="19813397" w="12992989">
                  <a:moveTo>
                    <a:pt x="0" y="0"/>
                  </a:moveTo>
                  <a:lnTo>
                    <a:pt x="12992989" y="0"/>
                  </a:lnTo>
                  <a:lnTo>
                    <a:pt x="12992989" y="19813397"/>
                  </a:lnTo>
                  <a:lnTo>
                    <a:pt x="0" y="19813397"/>
                  </a:ln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93021F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5455851" y="5609138"/>
            <a:ext cx="14192971" cy="1219037"/>
            <a:chOff x="0" y="0"/>
            <a:chExt cx="13385241" cy="114966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385293" cy="1149647"/>
            </a:xfrm>
            <a:custGeom>
              <a:avLst/>
              <a:gdLst/>
              <a:ahLst/>
              <a:cxnLst/>
              <a:rect r="r" b="b" t="t" l="l"/>
              <a:pathLst>
                <a:path h="1149647" w="13385293">
                  <a:moveTo>
                    <a:pt x="0" y="191608"/>
                  </a:moveTo>
                  <a:cubicBezTo>
                    <a:pt x="0" y="85741"/>
                    <a:pt x="81153" y="0"/>
                    <a:pt x="181356" y="0"/>
                  </a:cubicBezTo>
                  <a:lnTo>
                    <a:pt x="13203937" y="0"/>
                  </a:lnTo>
                  <a:cubicBezTo>
                    <a:pt x="13304140" y="0"/>
                    <a:pt x="13385293" y="85741"/>
                    <a:pt x="13385293" y="191608"/>
                  </a:cubicBezTo>
                  <a:lnTo>
                    <a:pt x="13385293" y="958040"/>
                  </a:lnTo>
                  <a:cubicBezTo>
                    <a:pt x="13385293" y="1063907"/>
                    <a:pt x="13304140" y="1149647"/>
                    <a:pt x="13203937" y="1149647"/>
                  </a:cubicBezTo>
                  <a:lnTo>
                    <a:pt x="181356" y="1149647"/>
                  </a:lnTo>
                  <a:cubicBezTo>
                    <a:pt x="81153" y="1149647"/>
                    <a:pt x="0" y="1063907"/>
                    <a:pt x="0" y="958040"/>
                  </a:cubicBezTo>
                  <a:close/>
                </a:path>
              </a:pathLst>
            </a:custGeom>
            <a:solidFill>
              <a:srgbClr val="93021F"/>
            </a:solidFill>
            <a:ln w="76200" cap="sq">
              <a:solidFill>
                <a:srgbClr val="93021F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3385241" cy="1178236"/>
            </a:xfrm>
            <a:prstGeom prst="rect">
              <a:avLst/>
            </a:prstGeom>
          </p:spPr>
          <p:txBody>
            <a:bodyPr anchor="ctr" rtlCol="false" tIns="71821" lIns="71821" bIns="71821" rIns="71821"/>
            <a:lstStyle/>
            <a:p>
              <a:pPr algn="l">
                <a:lnSpc>
                  <a:spcPts val="5640"/>
                </a:lnSpc>
              </a:pPr>
              <a:r>
                <a:rPr lang="en-US" sz="47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Approach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62584" y="18403073"/>
            <a:ext cx="12788428" cy="1027656"/>
            <a:chOff x="0" y="0"/>
            <a:chExt cx="12060631" cy="96917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060682" cy="969185"/>
            </a:xfrm>
            <a:custGeom>
              <a:avLst/>
              <a:gdLst/>
              <a:ahLst/>
              <a:cxnLst/>
              <a:rect r="r" b="b" t="t" l="l"/>
              <a:pathLst>
                <a:path h="969185" w="12060682">
                  <a:moveTo>
                    <a:pt x="0" y="0"/>
                  </a:moveTo>
                  <a:lnTo>
                    <a:pt x="12060682" y="0"/>
                  </a:lnTo>
                  <a:lnTo>
                    <a:pt x="12060682" y="969185"/>
                  </a:lnTo>
                  <a:lnTo>
                    <a:pt x="0" y="96918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12060631" cy="997747"/>
            </a:xfrm>
            <a:prstGeom prst="rect">
              <a:avLst/>
            </a:prstGeom>
          </p:spPr>
          <p:txBody>
            <a:bodyPr anchor="ctr" rtlCol="false" tIns="71821" lIns="71821" bIns="71821" rIns="71821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93021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Sottotitolo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07306" y="28662636"/>
            <a:ext cx="12788428" cy="1027656"/>
            <a:chOff x="0" y="0"/>
            <a:chExt cx="12060631" cy="96917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060682" cy="969185"/>
            </a:xfrm>
            <a:custGeom>
              <a:avLst/>
              <a:gdLst/>
              <a:ahLst/>
              <a:cxnLst/>
              <a:rect r="r" b="b" t="t" l="l"/>
              <a:pathLst>
                <a:path h="969185" w="12060682">
                  <a:moveTo>
                    <a:pt x="0" y="0"/>
                  </a:moveTo>
                  <a:lnTo>
                    <a:pt x="12060682" y="0"/>
                  </a:lnTo>
                  <a:lnTo>
                    <a:pt x="12060682" y="969185"/>
                  </a:lnTo>
                  <a:lnTo>
                    <a:pt x="0" y="96918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2060631" cy="997747"/>
            </a:xfrm>
            <a:prstGeom prst="rect">
              <a:avLst/>
            </a:prstGeom>
          </p:spPr>
          <p:txBody>
            <a:bodyPr anchor="ctr" rtlCol="false" tIns="71821" lIns="71821" bIns="71821" rIns="71821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93021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Eventuale secondo sottotitolo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077635" y="40094111"/>
            <a:ext cx="2235419" cy="2235419"/>
            <a:chOff x="0" y="0"/>
            <a:chExt cx="2108200" cy="2108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08200" cy="2108200"/>
            </a:xfrm>
            <a:custGeom>
              <a:avLst/>
              <a:gdLst/>
              <a:ahLst/>
              <a:cxnLst/>
              <a:rect r="r" b="b" t="t" l="l"/>
              <a:pathLst>
                <a:path h="2108200" w="2108200">
                  <a:moveTo>
                    <a:pt x="0" y="0"/>
                  </a:moveTo>
                  <a:lnTo>
                    <a:pt x="2108200" y="0"/>
                  </a:lnTo>
                  <a:lnTo>
                    <a:pt x="2108200" y="2108200"/>
                  </a:lnTo>
                  <a:lnTo>
                    <a:pt x="0" y="210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78303" t="0" r="-78303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115678" y="39086718"/>
            <a:ext cx="2159361" cy="877213"/>
            <a:chOff x="0" y="0"/>
            <a:chExt cx="2036470" cy="82729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36572" cy="827278"/>
            </a:xfrm>
            <a:custGeom>
              <a:avLst/>
              <a:gdLst/>
              <a:ahLst/>
              <a:cxnLst/>
              <a:rect r="r" b="b" t="t" l="l"/>
              <a:pathLst>
                <a:path h="827278" w="2036572">
                  <a:moveTo>
                    <a:pt x="0" y="137922"/>
                  </a:moveTo>
                  <a:cubicBezTo>
                    <a:pt x="0" y="61722"/>
                    <a:pt x="61722" y="0"/>
                    <a:pt x="137922" y="0"/>
                  </a:cubicBezTo>
                  <a:lnTo>
                    <a:pt x="1898650" y="0"/>
                  </a:lnTo>
                  <a:cubicBezTo>
                    <a:pt x="1974850" y="0"/>
                    <a:pt x="2036572" y="61722"/>
                    <a:pt x="2036572" y="137922"/>
                  </a:cubicBezTo>
                  <a:lnTo>
                    <a:pt x="2036572" y="689356"/>
                  </a:lnTo>
                  <a:cubicBezTo>
                    <a:pt x="2036572" y="765556"/>
                    <a:pt x="1974850" y="827278"/>
                    <a:pt x="1898650" y="827278"/>
                  </a:cubicBezTo>
                  <a:lnTo>
                    <a:pt x="137922" y="827278"/>
                  </a:lnTo>
                  <a:cubicBezTo>
                    <a:pt x="61722" y="827278"/>
                    <a:pt x="0" y="765556"/>
                    <a:pt x="0" y="689356"/>
                  </a:cubicBezTo>
                  <a:close/>
                </a:path>
              </a:pathLst>
            </a:custGeom>
            <a:solidFill>
              <a:srgbClr val="005983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2036470" cy="846341"/>
            </a:xfrm>
            <a:prstGeom prst="rect">
              <a:avLst/>
            </a:prstGeom>
          </p:spPr>
          <p:txBody>
            <a:bodyPr anchor="ctr" rtlCol="false" tIns="71821" lIns="71821" bIns="71821" rIns="71821"/>
            <a:lstStyle/>
            <a:p>
              <a:pPr algn="ctr">
                <a:lnSpc>
                  <a:spcPts val="3561"/>
                </a:lnSpc>
              </a:pPr>
              <a:r>
                <a:rPr lang="en-US" sz="2967" b="true">
                  <a:solidFill>
                    <a:srgbClr val="EEECE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Connect?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852315" y="39055826"/>
            <a:ext cx="2159361" cy="877213"/>
            <a:chOff x="0" y="0"/>
            <a:chExt cx="2036470" cy="82729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36572" cy="827278"/>
            </a:xfrm>
            <a:custGeom>
              <a:avLst/>
              <a:gdLst/>
              <a:ahLst/>
              <a:cxnLst/>
              <a:rect r="r" b="b" t="t" l="l"/>
              <a:pathLst>
                <a:path h="827278" w="2036572">
                  <a:moveTo>
                    <a:pt x="0" y="137922"/>
                  </a:moveTo>
                  <a:cubicBezTo>
                    <a:pt x="0" y="61722"/>
                    <a:pt x="61722" y="0"/>
                    <a:pt x="137922" y="0"/>
                  </a:cubicBezTo>
                  <a:lnTo>
                    <a:pt x="1898650" y="0"/>
                  </a:lnTo>
                  <a:cubicBezTo>
                    <a:pt x="1974850" y="0"/>
                    <a:pt x="2036572" y="61722"/>
                    <a:pt x="2036572" y="137922"/>
                  </a:cubicBezTo>
                  <a:lnTo>
                    <a:pt x="2036572" y="689356"/>
                  </a:lnTo>
                  <a:cubicBezTo>
                    <a:pt x="2036572" y="765556"/>
                    <a:pt x="1974850" y="827278"/>
                    <a:pt x="1898650" y="827278"/>
                  </a:cubicBezTo>
                  <a:lnTo>
                    <a:pt x="137922" y="827278"/>
                  </a:lnTo>
                  <a:cubicBezTo>
                    <a:pt x="61722" y="827278"/>
                    <a:pt x="0" y="765556"/>
                    <a:pt x="0" y="689356"/>
                  </a:cubicBezTo>
                  <a:close/>
                </a:path>
              </a:pathLst>
            </a:custGeom>
            <a:solidFill>
              <a:srgbClr val="93021F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2036470" cy="846341"/>
            </a:xfrm>
            <a:prstGeom prst="rect">
              <a:avLst/>
            </a:prstGeom>
          </p:spPr>
          <p:txBody>
            <a:bodyPr anchor="ctr" rtlCol="false" tIns="71821" lIns="71821" bIns="71821" rIns="71821"/>
            <a:lstStyle/>
            <a:p>
              <a:pPr algn="ctr">
                <a:lnSpc>
                  <a:spcPts val="3561"/>
                </a:lnSpc>
              </a:pPr>
              <a:r>
                <a:rPr lang="en-US" sz="2967" b="true">
                  <a:solidFill>
                    <a:srgbClr val="EEECE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Paper!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814259" y="40094084"/>
            <a:ext cx="2235459" cy="2235459"/>
            <a:chOff x="0" y="0"/>
            <a:chExt cx="2108238" cy="210823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08200" cy="2108200"/>
            </a:xfrm>
            <a:custGeom>
              <a:avLst/>
              <a:gdLst/>
              <a:ahLst/>
              <a:cxnLst/>
              <a:rect r="r" b="b" t="t" l="l"/>
              <a:pathLst>
                <a:path h="2108200" w="2108200">
                  <a:moveTo>
                    <a:pt x="0" y="0"/>
                  </a:moveTo>
                  <a:lnTo>
                    <a:pt x="2108200" y="0"/>
                  </a:lnTo>
                  <a:lnTo>
                    <a:pt x="2108200" y="2108200"/>
                  </a:lnTo>
                  <a:lnTo>
                    <a:pt x="0" y="210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78304" t="0" r="-78306" b="-1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24928224" y="4448066"/>
            <a:ext cx="3950335" cy="733702"/>
            <a:chOff x="0" y="0"/>
            <a:chExt cx="3725520" cy="69194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725545" cy="691896"/>
            </a:xfrm>
            <a:custGeom>
              <a:avLst/>
              <a:gdLst/>
              <a:ahLst/>
              <a:cxnLst/>
              <a:rect r="r" b="b" t="t" l="l"/>
              <a:pathLst>
                <a:path h="691896" w="3725545">
                  <a:moveTo>
                    <a:pt x="0" y="0"/>
                  </a:moveTo>
                  <a:lnTo>
                    <a:pt x="3725545" y="0"/>
                  </a:lnTo>
                  <a:lnTo>
                    <a:pt x="3725545" y="691896"/>
                  </a:lnTo>
                  <a:lnTo>
                    <a:pt x="0" y="691896"/>
                  </a:lnTo>
                  <a:close/>
                </a:path>
              </a:pathLst>
            </a:custGeom>
            <a:solidFill>
              <a:srgbClr val="93021F"/>
            </a:solidFill>
            <a:ln w="76200" cap="sq">
              <a:solidFill>
                <a:srgbClr val="93021F"/>
              </a:solidFill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3725520" cy="710997"/>
            </a:xfrm>
            <a:prstGeom prst="rect">
              <a:avLst/>
            </a:prstGeom>
          </p:spPr>
          <p:txBody>
            <a:bodyPr anchor="t" rtlCol="false" tIns="71821" lIns="71821" bIns="71821" rIns="71821"/>
            <a:lstStyle/>
            <a:p>
              <a:pPr algn="ctr">
                <a:lnSpc>
                  <a:spcPts val="3418"/>
                </a:lnSpc>
              </a:pPr>
              <a:r>
                <a:rPr lang="en-US" sz="284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01–06 June, 2026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25283117" y="2701652"/>
            <a:ext cx="3240536" cy="1609502"/>
            <a:chOff x="0" y="0"/>
            <a:chExt cx="3056115" cy="151790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056128" cy="1517904"/>
            </a:xfrm>
            <a:custGeom>
              <a:avLst/>
              <a:gdLst/>
              <a:ahLst/>
              <a:cxnLst/>
              <a:rect r="r" b="b" t="t" l="l"/>
              <a:pathLst>
                <a:path h="1517904" w="3056128">
                  <a:moveTo>
                    <a:pt x="0" y="0"/>
                  </a:moveTo>
                  <a:lnTo>
                    <a:pt x="3056128" y="0"/>
                  </a:lnTo>
                  <a:lnTo>
                    <a:pt x="3056128" y="1517904"/>
                  </a:lnTo>
                  <a:lnTo>
                    <a:pt x="0" y="1517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25283117" y="946336"/>
            <a:ext cx="3240536" cy="1533861"/>
            <a:chOff x="0" y="0"/>
            <a:chExt cx="3056115" cy="144656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056128" cy="1446530"/>
            </a:xfrm>
            <a:custGeom>
              <a:avLst/>
              <a:gdLst/>
              <a:ahLst/>
              <a:cxnLst/>
              <a:rect r="r" b="b" t="t" l="l"/>
              <a:pathLst>
                <a:path h="1446530" w="3056128">
                  <a:moveTo>
                    <a:pt x="0" y="0"/>
                  </a:moveTo>
                  <a:lnTo>
                    <a:pt x="3056128" y="0"/>
                  </a:lnTo>
                  <a:lnTo>
                    <a:pt x="3056128" y="1446530"/>
                  </a:lnTo>
                  <a:lnTo>
                    <a:pt x="0" y="1446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-2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325889" y="10822996"/>
            <a:ext cx="13118462" cy="5500676"/>
            <a:chOff x="0" y="0"/>
            <a:chExt cx="12371883" cy="518763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371832" cy="5187693"/>
            </a:xfrm>
            <a:custGeom>
              <a:avLst/>
              <a:gdLst/>
              <a:ahLst/>
              <a:cxnLst/>
              <a:rect r="r" b="b" t="t" l="l"/>
              <a:pathLst>
                <a:path h="5187693" w="12371832">
                  <a:moveTo>
                    <a:pt x="0" y="484124"/>
                  </a:moveTo>
                  <a:cubicBezTo>
                    <a:pt x="0" y="216789"/>
                    <a:pt x="216789" y="0"/>
                    <a:pt x="484124" y="0"/>
                  </a:cubicBezTo>
                  <a:lnTo>
                    <a:pt x="11887708" y="0"/>
                  </a:lnTo>
                  <a:cubicBezTo>
                    <a:pt x="12155043" y="0"/>
                    <a:pt x="12371832" y="216789"/>
                    <a:pt x="12371832" y="484124"/>
                  </a:cubicBezTo>
                  <a:lnTo>
                    <a:pt x="12371832" y="4703569"/>
                  </a:lnTo>
                  <a:cubicBezTo>
                    <a:pt x="12371832" y="4970904"/>
                    <a:pt x="12155043" y="5187693"/>
                    <a:pt x="11887708" y="5187693"/>
                  </a:cubicBezTo>
                  <a:lnTo>
                    <a:pt x="484124" y="5187693"/>
                  </a:lnTo>
                  <a:cubicBezTo>
                    <a:pt x="216789" y="5187566"/>
                    <a:pt x="0" y="4970904"/>
                    <a:pt x="0" y="4703569"/>
                  </a:cubicBezTo>
                  <a:close/>
                </a:path>
              </a:pathLst>
            </a:custGeom>
            <a:solidFill>
              <a:srgbClr val="D14124">
                <a:alpha val="53725"/>
              </a:srgbClr>
            </a:solidFill>
            <a:ln w="76200" cap="sq">
              <a:solidFill>
                <a:srgbClr val="D14124">
                  <a:alpha val="53725"/>
                </a:srgbClr>
              </a:solidFill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12371883" cy="5206680"/>
            </a:xfrm>
            <a:prstGeom prst="rect">
              <a:avLst/>
            </a:prstGeom>
          </p:spPr>
          <p:txBody>
            <a:bodyPr anchor="ctr" rtlCol="false" tIns="71821" lIns="71821" bIns="71821" rIns="71821"/>
            <a:lstStyle/>
            <a:p>
              <a:pPr algn="l">
                <a:lnSpc>
                  <a:spcPts val="4273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62611" y="19336199"/>
            <a:ext cx="13144223" cy="1239416"/>
            <a:chOff x="0" y="0"/>
            <a:chExt cx="12396178" cy="11688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2396216" cy="1168906"/>
            </a:xfrm>
            <a:custGeom>
              <a:avLst/>
              <a:gdLst/>
              <a:ahLst/>
              <a:cxnLst/>
              <a:rect r="r" b="b" t="t" l="l"/>
              <a:pathLst>
                <a:path h="1168906" w="12396216">
                  <a:moveTo>
                    <a:pt x="0" y="194818"/>
                  </a:moveTo>
                  <a:cubicBezTo>
                    <a:pt x="0" y="87249"/>
                    <a:pt x="87249" y="0"/>
                    <a:pt x="194818" y="0"/>
                  </a:cubicBezTo>
                  <a:lnTo>
                    <a:pt x="12201399" y="0"/>
                  </a:lnTo>
                  <a:cubicBezTo>
                    <a:pt x="12308967" y="0"/>
                    <a:pt x="12396216" y="87249"/>
                    <a:pt x="12396216" y="194818"/>
                  </a:cubicBezTo>
                  <a:lnTo>
                    <a:pt x="12396216" y="974088"/>
                  </a:lnTo>
                  <a:cubicBezTo>
                    <a:pt x="12396216" y="1081657"/>
                    <a:pt x="12308967" y="1168906"/>
                    <a:pt x="12201399" y="1168906"/>
                  </a:cubicBezTo>
                  <a:lnTo>
                    <a:pt x="194818" y="1168906"/>
                  </a:lnTo>
                  <a:cubicBezTo>
                    <a:pt x="87249" y="1168906"/>
                    <a:pt x="0" y="1081657"/>
                    <a:pt x="0" y="974088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66675"/>
              <a:ext cx="12396178" cy="1235555"/>
            </a:xfrm>
            <a:prstGeom prst="rect">
              <a:avLst/>
            </a:prstGeom>
          </p:spPr>
          <p:txBody>
            <a:bodyPr anchor="ctr" rtlCol="false" tIns="71821" lIns="71821" bIns="71821" rIns="71821"/>
            <a:lstStyle/>
            <a:p>
              <a:pPr algn="l">
                <a:lnSpc>
                  <a:spcPts val="4140"/>
                </a:lnSpc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Frase di impatto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07306" y="29682176"/>
            <a:ext cx="12788428" cy="1533955"/>
            <a:chOff x="0" y="0"/>
            <a:chExt cx="12060631" cy="144665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2060682" cy="1446657"/>
            </a:xfrm>
            <a:custGeom>
              <a:avLst/>
              <a:gdLst/>
              <a:ahLst/>
              <a:cxnLst/>
              <a:rect r="r" b="b" t="t" l="l"/>
              <a:pathLst>
                <a:path h="1446657" w="12060682">
                  <a:moveTo>
                    <a:pt x="0" y="241173"/>
                  </a:moveTo>
                  <a:cubicBezTo>
                    <a:pt x="0" y="107950"/>
                    <a:pt x="107950" y="0"/>
                    <a:pt x="241173" y="0"/>
                  </a:cubicBezTo>
                  <a:lnTo>
                    <a:pt x="11819509" y="0"/>
                  </a:lnTo>
                  <a:cubicBezTo>
                    <a:pt x="11952732" y="0"/>
                    <a:pt x="12060682" y="107950"/>
                    <a:pt x="12060682" y="241173"/>
                  </a:cubicBezTo>
                  <a:lnTo>
                    <a:pt x="12060682" y="1205484"/>
                  </a:lnTo>
                  <a:cubicBezTo>
                    <a:pt x="12060682" y="1338707"/>
                    <a:pt x="11952732" y="1446657"/>
                    <a:pt x="11819509" y="1446657"/>
                  </a:cubicBezTo>
                  <a:lnTo>
                    <a:pt x="241173" y="1446657"/>
                  </a:lnTo>
                  <a:cubicBezTo>
                    <a:pt x="107950" y="1446657"/>
                    <a:pt x="0" y="1338707"/>
                    <a:pt x="0" y="1205484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66675"/>
              <a:ext cx="12060631" cy="1513332"/>
            </a:xfrm>
            <a:prstGeom prst="rect">
              <a:avLst/>
            </a:prstGeom>
          </p:spPr>
          <p:txBody>
            <a:bodyPr anchor="ctr" rtlCol="false" tIns="71821" lIns="71821" bIns="71821" rIns="71821"/>
            <a:lstStyle/>
            <a:p>
              <a:pPr algn="l">
                <a:lnSpc>
                  <a:spcPts val="4140"/>
                </a:lnSpc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Frase di impatto 2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DAHKqKsHrvg</dc:identifier>
  <dcterms:modified xsi:type="dcterms:W3CDTF">2011-08-01T06:04:30Z</dcterms:modified>
  <cp:revision>1</cp:revision>
  <dc:title>ICRA2025_Poster_A0.pptx (841 x 1189 mm)</dc:title>
</cp:coreProperties>
</file>